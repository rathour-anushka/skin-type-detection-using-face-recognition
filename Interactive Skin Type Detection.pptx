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Outfit" panose="020B0604020202020204" charset="0"/>
      <p:regular r:id="rId13"/>
      <p:bold r:id="rId14"/>
    </p:embeddedFont>
    <p:embeddedFont>
      <p:font typeface="Space Grotesk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3" y="6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athour-anushka/skin-type-detection-using-face-recognition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nepik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330279"/>
            <a:ext cx="5276850" cy="94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6025" y="-1323975"/>
            <a:ext cx="5715000" cy="11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55308" y="1896222"/>
            <a:ext cx="5540692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SKIN TYPE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DETECTION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583608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AI-Powered Analysis using MobileNetV2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108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809625" y="5520779"/>
            <a:ext cx="48577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Submitted By: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Anushka Rathour | 12200884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09625" y="5842694"/>
            <a:ext cx="48577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GB" sz="1200" b="1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Submitted To</a:t>
            </a:r>
            <a:r>
              <a:rPr lang="en-GB" sz="1200" b="1" dirty="0">
                <a:solidFill>
                  <a:schemeClr val="bg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lang="en-GB" sz="1200" dirty="0">
                <a:solidFill>
                  <a:schemeClr val="bg1"/>
                </a:solidFill>
                <a:latin typeface="Outfit"/>
                <a:ea typeface="Outfit"/>
                <a:cs typeface="Outfit"/>
                <a:sym typeface="Outfit"/>
              </a:rPr>
              <a:t>Ms </a:t>
            </a:r>
            <a:r>
              <a:rPr lang="en-IN" sz="1200" dirty="0">
                <a:solidFill>
                  <a:schemeClr val="bg1"/>
                </a:solidFill>
              </a:rPr>
              <a:t>Sangeeta Bhatti 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7437"/>
            <a:ext cx="527685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09837"/>
            <a:ext cx="52768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76300" y="2919412"/>
            <a:ext cx="49206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 Analysis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3452812"/>
            <a:ext cx="46863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Traditional skin assessment relies heavily on subjective human perception. Factors like ambient lighting and lack of expertise often lead to misclassification (e.g., confusing 'Oily' with 'Combination'), resulting in ineffective treatments.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071812"/>
            <a:ext cx="49206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Precision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605212"/>
            <a:ext cx="4686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Our solution leverages Computer Vision to eliminate bias. By analyzing pixel-level texture patterns using deep learning, we provide an instant, consistent, and objective skin profile.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957512"/>
            <a:ext cx="209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1099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19150" y="1395412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Evolution of Diagnostics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1395412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47950"/>
            <a:ext cx="3486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47950"/>
            <a:ext cx="3486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47950"/>
            <a:ext cx="34861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81050" y="3048000"/>
            <a:ext cx="308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2,250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81050" y="3905250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Total Samples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52950" y="3048000"/>
            <a:ext cx="308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52950" y="3905250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Classes (Dry, Oily, etc)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24850" y="3048000"/>
            <a:ext cx="308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450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24850" y="3905250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Images Per Class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725" y="50006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19150" y="1685925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Analytics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1685925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81025" y="4981575"/>
            <a:ext cx="11029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55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 Perfectly Balanced Dataset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3209"/>
            <a:ext cx="2543175" cy="2653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583209"/>
            <a:ext cx="2543175" cy="2653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83209"/>
            <a:ext cx="2543175" cy="2653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7800" y="2583209"/>
            <a:ext cx="2543175" cy="2653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2587" y="2878484"/>
            <a:ext cx="4000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362551" y="3907184"/>
            <a:ext cx="9801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2487" y="4545359"/>
            <a:ext cx="2000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Core Logic &amp; Data Processing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2937" y="2878484"/>
            <a:ext cx="457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3931443" y="3907184"/>
            <a:ext cx="15001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TensorFlow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671887" y="4545359"/>
            <a:ext cx="20193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MobileNetV2 Implementation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53287" y="2878484"/>
            <a:ext cx="5143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985396" y="3907184"/>
            <a:ext cx="105013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OpenCV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19875" y="4545359"/>
            <a:ext cx="1781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Real-time Face Extraction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0787" y="2878484"/>
            <a:ext cx="457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9834324" y="3907184"/>
            <a:ext cx="10101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FastAPI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363075" y="4545359"/>
            <a:ext cx="195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High-Performance REST API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52587" y="293563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52937" y="293563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53287" y="293563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0787" y="2935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19150" y="1621184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Stack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1621184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14537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62025" y="2138362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Transfer Learning: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 Pre-trained on ImageNet to inherit feature extraction capabilities.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62025" y="298608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Lightweight Design: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 Uses depth-wise separable convolutions for speed, crucial for real-time webcams.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62025" y="3833812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Custom Head: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 Removed top layers; added GlobalAveragePooling2D and a dense Softmax layer (5 units).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498633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Optimization:</a:t>
            </a:r>
            <a:r>
              <a:rPr lang="en-US" sz="1500" b="0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 Trained using Adam optimizer with Categorical Crossentropy loss.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81025" y="2138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2986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3833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4986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19150" y="1023937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Engine: MobileNetV2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1025" y="1023937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19150" y="1317277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Results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81025" y="1317277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81025" y="494630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Validation accuracy exceeds training accuracy, indicating excellent generalization.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2689"/>
            <a:ext cx="5276850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78659"/>
            <a:ext cx="52768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2014537"/>
            <a:ext cx="2066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629400" y="2017514"/>
            <a:ext cx="49206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Modular Design Pattern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29400" y="2455664"/>
            <a:ext cx="4686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Controllers: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Handle HTTP requests (e.g., /predict).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29400" y="2901404"/>
            <a:ext cx="4686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Services: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Encapsulate ML inference logic.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29400" y="3347144"/>
            <a:ext cx="4686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Utils: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Helper functions for image preprocessing.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29400" y="4783484"/>
            <a:ext cx="49206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Endpoints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19150" y="550664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Backend Architecture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550664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D8CDC-39C5-2197-1780-3E9056ECF6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4" y="2005011"/>
            <a:ext cx="5276851" cy="38659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454416" y="3763416"/>
            <a:ext cx="11029950" cy="19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77591"/>
            <a:ext cx="2426493" cy="2064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8794" y="2877591"/>
            <a:ext cx="2426493" cy="2064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563" y="2877591"/>
            <a:ext cx="2426493" cy="2064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4332" y="2877591"/>
            <a:ext cx="2426493" cy="206484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40390" y="3353841"/>
            <a:ext cx="210776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1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90575" y="3849141"/>
            <a:ext cx="2007393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 Collection &amp; Preprocessing (Balancing Classes)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3608159" y="3353841"/>
            <a:ext cx="210776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2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3658344" y="3849141"/>
            <a:ext cx="20073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 Training (MobileNetV2 Transfer Learning)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475928" y="3353841"/>
            <a:ext cx="210776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3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526113" y="3849141"/>
            <a:ext cx="20073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Backend Development (FastAPI Integration)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343697" y="3353841"/>
            <a:ext cx="210776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4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393882" y="3849141"/>
            <a:ext cx="20073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Testing &amp; Validation (Real-time Webcam)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19150" y="1725066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Development Roadmap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1725066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09800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09800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09800"/>
            <a:ext cx="34861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1649015" y="3533775"/>
            <a:ext cx="13501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Capture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81050" y="421005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Webcam stream is captured frame-by-frame. OpenCV detects the face region.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410914" y="3533775"/>
            <a:ext cx="13701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Process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552950" y="4210050"/>
            <a:ext cx="3086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Face is cropped, resized to 224x224, and pixels are normalized [0,1].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227820" y="3533775"/>
            <a:ext cx="1280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Predict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324850" y="421005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 outputs confidence scores. Highest probability determines the label.</a:t>
            </a:r>
            <a:endParaRPr/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562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622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819150" y="1247775"/>
            <a:ext cx="1133141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Inference Flow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81025" y="1247775"/>
            <a:ext cx="57150" cy="5810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390525" y="2160240"/>
            <a:ext cx="800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81025" y="2979390"/>
            <a:ext cx="7620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44"/>
              </a:lnSpc>
            </a:pPr>
            <a:r>
              <a:rPr lang="en-US" sz="180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Ready to deploy AI-driven dermatology solutions.(</a:t>
            </a:r>
            <a:r>
              <a:rPr lang="en-IN" dirty="0" err="1">
                <a:solidFill>
                  <a:schemeClr val="bg2">
                    <a:lumMod val="20000"/>
                    <a:lumOff val="8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Nepika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Face Skin Analysis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4587" y="3879193"/>
            <a:ext cx="2762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571624" y="4214206"/>
            <a:ext cx="19621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1050" dirty="0" err="1">
                <a:solidFill>
                  <a:schemeClr val="bg1">
                    <a:lumMod val="8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rathour-anushka</a:t>
            </a:r>
            <a:r>
              <a:rPr lang="en-IN" sz="1050" dirty="0">
                <a:solidFill>
                  <a:schemeClr val="bg1">
                    <a:lumMod val="8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/skin-type-detection-using-face-recognition</a:t>
            </a:r>
            <a:endParaRPr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392845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4695825" y="4299410"/>
            <a:ext cx="25146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chemeClr val="bg1">
                    <a:lumMod val="85000"/>
                  </a:schemeClr>
                </a:solidFill>
              </a:rPr>
              <a:t>anushkarathour1111</a:t>
            </a:r>
            <a:r>
              <a:rPr lang="en-IN" sz="1050" dirty="0">
                <a:solidFill>
                  <a:schemeClr val="bg1">
                    <a:lumMod val="85000"/>
                  </a:schemeClr>
                </a:solidFill>
              </a:rPr>
              <a:t>@gmail.com</a:t>
            </a:r>
            <a:endParaRPr sz="105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</Words>
  <Application>Microsoft Office PowerPoint</Application>
  <PresentationFormat>Widescreen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Space Grotesk</vt:lpstr>
      <vt:lpstr>Calibri</vt:lpstr>
      <vt:lpstr>Arial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ANUSHKA RATHOUR</cp:lastModifiedBy>
  <cp:revision>2</cp:revision>
  <dcterms:modified xsi:type="dcterms:W3CDTF">2025-12-01T18:19:12Z</dcterms:modified>
</cp:coreProperties>
</file>